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78765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78765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</a:t>
            </a:r>
            <a:pPr indent="0" marL="0">
              <a:buNone/>
            </a:pPr>
            <a:r>
              <a:rPr lang="en-US" sz="58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33375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Owning a home isn’t impossible.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has a date.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59952" y="5760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691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bought my first place.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was guessing the whole way.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85800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302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1344168"/>
            <a:ext cx="420624" cy="685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9304" y="1344168"/>
            <a:ext cx="68580" cy="1828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 could tell me when.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355701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429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31520" y="430682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78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31520" y="505663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2861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 this the year, or five years away?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generation apart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$276,974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$696,078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637276" y="3108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2.5×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Average Canadian home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Sixty seconds in. A real date out.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45920" y="23774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questions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342900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45920" y="34747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real month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85800" y="4526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45920" y="4572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Watch it get closer</a:t>
            </a:r>
            <a:endParaRPr lang="en-US" sz="25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1783080"/>
            <a:ext cx="3291840" cy="3657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7302A">
                <a:alpha val="28000"/>
              </a:srgbClr>
            </a:outerShdw>
          </a:effectLst>
        </p:spPr>
      </p:pic>
      <p:sp>
        <p:nvSpPr>
          <p:cNvPr id="14" name="Text 11"/>
          <p:cNvSpPr/>
          <p:nvPr/>
        </p:nvSpPr>
        <p:spPr>
          <a:xfrm>
            <a:off x="8028432" y="5532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 screen, real plan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changed the question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“Afford it today?”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14300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445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No.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“When?”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67512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2029.</a:t>
            </a:r>
            <a:endParaRPr lang="en-US" sz="3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engine doesn’t change at the border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11480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engine stays. </a:t>
            </a:r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rulebook swaps.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money we refuse to take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1031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never sell you to brokers.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85800" y="370332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built the tool that says don’t buy.</a:t>
            </a:r>
            <a:endParaRPr lang="en-US" sz="2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2103120"/>
            <a:ext cx="4535424" cy="3913632"/>
          </a:xfrm>
          <a:prstGeom prst="rect">
            <a:avLst/>
          </a:prstGeom>
          <a:effectLst>
            <a:outerShdw sx="100000" sy="100000" kx="0" ky="0" algn="bl" rotWithShape="0" blurRad="203200" dist="50800" dir="5400000">
              <a:srgbClr val="000000">
                <a:alpha val="35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85800" y="54406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company on referral fees can never say that.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Built, shipped, live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830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39328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new country is a rulebook, not a rebuild.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6304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69621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69621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just doesn’t have</a:t>
            </a:r>
            <a:endParaRPr lang="en-US" sz="35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date yet.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42062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We’re giving it one.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31152" y="5760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2026-08-05T22:23:53Z</dcterms:created>
  <dcterms:modified xsi:type="dcterms:W3CDTF">2026-08-05T22:23:53Z</dcterms:modified>
</cp:coreProperties>
</file>