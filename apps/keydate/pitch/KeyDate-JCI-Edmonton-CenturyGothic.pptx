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17830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028432" y="5532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03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never sell you 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built the tool 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828800"/>
            <a:ext cx="3867912" cy="4160520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4406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2026-08-05T22:37:38Z</dcterms:created>
  <dcterms:modified xsi:type="dcterms:W3CDTF">2026-08-05T22:37:38Z</dcterms:modified>
</cp:coreProperties>
</file>