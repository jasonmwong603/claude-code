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COLD. Do not read the slide.
"Ask someone in their twenties when they'll own a home. They won't give you a year. They'll give you a feeling — probably never."
Pause. Then move to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NEEDS YOUR REAL DETAIL. Pick ONE and tell it properly:
· the month you nearly gave up
· the person who gave you advice that turned out to be wrong
· the number you were short by
Talking points: rebuilt the spreadsheet every month · every source said something different · the target moved every time you looked at it.
One concrete detail beats three general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these like you are still annoyed about it. They were YOUR questions.
Talking point to land after: "Every tool I found answered a different question than the one I was actually asking."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linger — this is evidence for a feeling, not the argument.
Talking points: "If it was that hard for me, what is it for someone starting now?" · "Most of you in this room bought somewhere inside that gap too."
If challenged: 2006 is CREA's own figure for a record year. No income number is quoted on purpose — the series isn't cleanly comparable that far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THE PHONE HERE. Have your own plan already on screen — never type live, never rely on venue wifi.
Talking points: income, savings, monthly · built on the real Canadian rules — FHSA, Home Buyers' Plan, the stress test · every dollar saved builds the house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 — do not cut for time: "I can't make the house cheaper. I can give people the answer I never got."
It pre-empts the sharpest question in the room and buys credibility for everything after it.
Talking point: today the answer is no, so people close the tab and stop saving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BIGGEST SCORING SLIDE — impact is 35 of 115 points, and "international" is written into it.
Talking points: when people can't see a path they stop building wealth at all — renters instead of owners, wealth that never compounds · every one of these countries has the same two problems: a generation priced out, and government programs nobody understands · KeyDate is a rules engine with a Canadian rulebook loaded.
Slow down on "The rulebook swaps."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BIGGEST SCORING SLIDE — community + sustainability is 20 points.
Talking points: the obvious way to monetise this is selling users to mortgage brokers — people who just told you their income, their savings, and exactly when they'll need a mortgage · most valuable lead list in the country · our privacy policy says we never will, in writing, live today · the moment I'm paid to push you toward a house I stop being able to tell you the truth.
Land the last line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Leadership is 15 points and you are solo — lead with evidence, not adjectives.
Talking points: live at keydate.ca right now · incorporated · privacy policy, terms and content moderation done before the first user — because I'd rather be trusted than fast · I built and shipped it myself.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MEMORISE THIS. Never read the close.
"Owning a home isn't impossible. It just doesn't have a date yet. We're giving it one."
Then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463162" cy="9875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240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</a:t>
            </a:r>
            <a:pPr indent="0" marL="0">
              <a:buNone/>
            </a:pPr>
            <a:r>
              <a:rPr lang="en-US" sz="5800" b="1" dirty="0">
                <a:solidFill>
                  <a:srgbClr val="3FA67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Date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685800" y="33375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3F2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Owning a home isn’t impossible.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3F2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 has a date.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85800" y="5760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F2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JCI Edmonton  ·  Creative Young Entrepreneur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759952" y="5760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keydate.ca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7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I BUILT THIS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6916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30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bought my first place.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E4D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was guessing the whole way.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85800" y="4297680"/>
            <a:ext cx="3364992" cy="777240"/>
          </a:xfrm>
          <a:prstGeom prst="roundRect">
            <a:avLst>
              <a:gd name="adj" fmla="val 16471"/>
            </a:avLst>
          </a:prstGeom>
          <a:solidFill>
            <a:srgbClr val="E3F2E9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297680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D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Spreadsheets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06824" y="4297680"/>
            <a:ext cx="3364992" cy="777240"/>
          </a:xfrm>
          <a:prstGeom prst="roundRect">
            <a:avLst>
              <a:gd name="adj" fmla="val 16471"/>
            </a:avLst>
          </a:prstGeom>
          <a:solidFill>
            <a:srgbClr val="E3F2E9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06824" y="4297680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D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Contradictory advice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27848" y="4297680"/>
            <a:ext cx="3364992" cy="777240"/>
          </a:xfrm>
          <a:prstGeom prst="roundRect">
            <a:avLst>
              <a:gd name="adj" fmla="val 16471"/>
            </a:avLst>
          </a:prstGeom>
          <a:solidFill>
            <a:srgbClr val="E3F2E9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27848" y="4297680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D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goal that kept moving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0"/>
            <a:ext cx="30877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9659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B84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Nobody could tell me when.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31520" y="3557016"/>
            <a:ext cx="164592" cy="164592"/>
          </a:xfrm>
          <a:prstGeom prst="ellipse">
            <a:avLst/>
          </a:prstGeom>
          <a:solidFill>
            <a:srgbClr val="3FA672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88720" y="34290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3F2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much do I actually need?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731520" y="4306824"/>
            <a:ext cx="164592" cy="164592"/>
          </a:xfrm>
          <a:prstGeom prst="ellipse">
            <a:avLst/>
          </a:prstGeom>
          <a:solidFill>
            <a:srgbClr val="3FA672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178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3F2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 I even close?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31520" y="5056632"/>
            <a:ext cx="164592" cy="164592"/>
          </a:xfrm>
          <a:prstGeom prst="ellipse">
            <a:avLst/>
          </a:prstGeom>
          <a:solidFill>
            <a:srgbClr val="3FA672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492861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3F2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 this the year, or five years away?</a:t>
            </a:r>
            <a:endParaRPr lang="en-US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7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AND I HAD IT EASIER THAN THE PEOPLE BEHIND 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730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generation apart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4951476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532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6F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2006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017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730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$276,974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551676" y="2240280"/>
            <a:ext cx="4951476" cy="2148840"/>
          </a:xfrm>
          <a:prstGeom prst="roundRect">
            <a:avLst>
              <a:gd name="adj" fmla="val 5957"/>
            </a:avLst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3156" y="2532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4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63156" y="3017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$696,078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637276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FA67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2.5×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85800" y="4709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Canadian home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6035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Source: CREA (2006 average MLS price) · national average,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7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 I BUILT THE THING I NEEDED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730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Sixty seconds in. A real date out.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640080" cy="640080"/>
          </a:xfrm>
          <a:prstGeom prst="ellipse">
            <a:avLst/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B84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45920" y="23774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0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questions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85800" y="3429000"/>
            <a:ext cx="640080" cy="640080"/>
          </a:xfrm>
          <a:prstGeom prst="ellipse">
            <a:avLst/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B84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645920" y="34747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0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real month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685800" y="4526280"/>
            <a:ext cx="640080" cy="640080"/>
          </a:xfrm>
          <a:prstGeom prst="ellipse">
            <a:avLst/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B84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45920" y="45720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0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Watch it get closer</a:t>
            </a:r>
            <a:endParaRPr lang="en-US" sz="2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1783080"/>
            <a:ext cx="3291840" cy="36576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7302A">
                <a:alpha val="28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8028432" y="5532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F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Real screen, real plan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7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730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changed the question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07492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651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OTHER TOOL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3063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C6F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“Afford it today?”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43000" y="3977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B445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No.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074920" cy="2743200"/>
          </a:xfrm>
          <a:prstGeom prst="roundRect">
            <a:avLst>
              <a:gd name="adj" fmla="val 5333"/>
            </a:avLst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651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KEYDATE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3063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“When?”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675120" y="3977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3FA67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June 2029.</a:t>
            </a:r>
            <a:endParaRPr lang="en-US" sz="3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7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 WAS NEVER JUST MY 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engine doesn’t change at the border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42316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3FA672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42316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Canada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07208" y="242316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07208" y="242316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Australia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28616" y="242316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28616" y="242316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50024" y="242316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50024" y="242316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Ireland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71432" y="242316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242316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New Zealand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114800"/>
            <a:ext cx="10607040" cy="1371600"/>
          </a:xfrm>
          <a:prstGeom prst="roundRect">
            <a:avLst>
              <a:gd name="adj" fmla="val 10667"/>
            </a:avLst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411480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3F2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engine stays. </a:t>
            </a:r>
            <a:pPr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rulebook swaps.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COMMUNITY IMPACT &amp; SUSTAINABILITY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money we refuse to take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5760720" cy="1417320"/>
          </a:xfrm>
          <a:prstGeom prst="roundRect">
            <a:avLst>
              <a:gd name="adj" fmla="val 10323"/>
            </a:avLst>
          </a:prstGeom>
          <a:solidFill>
            <a:srgbClr val="17402F"/>
          </a:solidFill>
          <a:ln w="15240">
            <a:solidFill>
              <a:srgbClr val="3FA6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1031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never sell you to brokers.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85800" y="3703320"/>
            <a:ext cx="5760720" cy="1417320"/>
          </a:xfrm>
          <a:prstGeom prst="roundRect">
            <a:avLst>
              <a:gd name="adj" fmla="val 10323"/>
            </a:avLst>
          </a:prstGeom>
          <a:solidFill>
            <a:srgbClr val="17402F"/>
          </a:solidFill>
          <a:ln w="15240">
            <a:solidFill>
              <a:srgbClr val="3FA6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7033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built the tool that says don’t buy.</a:t>
            </a:r>
            <a:endParaRPr lang="en-US" sz="2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828800"/>
            <a:ext cx="3867912" cy="4160520"/>
          </a:xfrm>
          <a:prstGeom prst="rect">
            <a:avLst/>
          </a:prstGeom>
          <a:effectLst>
            <a:outerShdw sx="100000" sy="100000" kx="0" ky="0" algn="bl" rotWithShape="0" blurRad="203200" dist="50800" dir="5400000">
              <a:srgbClr val="000000">
                <a:alpha val="35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685800" y="54406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8B84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company on referral fees can never say that.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7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SCALABILITY &amp; LEADERSHIP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730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Built, shipped, live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3364992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560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A67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467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7280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municipalities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06824" y="2286000"/>
            <a:ext cx="3364992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8304" y="2560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A67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~$0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718304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cost per user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27848" y="2286000"/>
            <a:ext cx="3364992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9328" y="2560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A67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39328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founder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80560"/>
            <a:ext cx="10607040" cy="1097280"/>
          </a:xfrm>
          <a:prstGeom prst="roundRect">
            <a:avLst>
              <a:gd name="adj" fmla="val 13333"/>
            </a:avLst>
          </a:prstGeom>
          <a:solidFill>
            <a:srgbClr val="E3F2E9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448056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4D3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new country is a rulebook, not a rebuild.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463162" cy="9875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37744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3500" dirty="0">
                <a:solidFill>
                  <a:srgbClr val="E3F2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 just doesn’t have</a:t>
            </a:r>
            <a:endParaRPr lang="en-US" sz="35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3500" dirty="0">
                <a:solidFill>
                  <a:srgbClr val="E3F2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date yet.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85800" y="42062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B84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We’re giving it one.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8580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keydate.ca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931152" y="5760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3F2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Edmonton beta opens this week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KeyDate — JCI Edmonton CYE</dc:title>
  <dc:subject>PptxGenJS Presentation</dc:subject>
  <dc:creator>KeyDate</dc:creator>
  <cp:lastModifiedBy>KeyDate</cp:lastModifiedBy>
  <cp:revision>1</cp:revision>
  <dcterms:created xsi:type="dcterms:W3CDTF">2026-08-05T22:45:08Z</dcterms:created>
  <dcterms:modified xsi:type="dcterms:W3CDTF">2026-08-05T22:45:08Z</dcterms:modified>
</cp:coreProperties>
</file>