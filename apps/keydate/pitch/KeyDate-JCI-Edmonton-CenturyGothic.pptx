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5800" dirty="0"/>
          </a:p>
        </p:txBody>
      </p:sp>
      <p:sp>
        <p:nvSpPr>
          <p:cNvPr id="4" name="Text 1"/>
          <p:cNvSpPr/>
          <p:nvPr/>
        </p:nvSpPr>
        <p:spPr>
          <a:xfrm>
            <a:off x="685800" y="32461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759952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9659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308775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64845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88720" y="35204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31520" y="439826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2702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31520" y="514807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88720" y="502005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97280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63156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6172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286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383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43484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402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211312" y="5989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384048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402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never sell you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8404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8404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built the tool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2" y="2240280"/>
            <a:ext cx="3566160" cy="3831336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6692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685800" y="3977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931152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2026-08-05T22:52:43Z</dcterms:created>
  <dcterms:modified xsi:type="dcterms:W3CDTF">2026-08-05T22:52:43Z</dcterms:modified>
</cp:coreProperties>
</file>