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it get closer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138160" y="2148840"/>
            <a:ext cx="3364992" cy="3246120"/>
          </a:xfrm>
          <a:prstGeom prst="roundRect">
            <a:avLst>
              <a:gd name="adj" fmla="val 5070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KEYS IN HAND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58200" y="2926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8458200" y="397764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2C6349"/>
          </a:solidFill>
          <a:ln w="12700">
            <a:solidFill>
              <a:srgbClr val="2C63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97764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4370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58% of the way there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doesn’t change at the border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never sell you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21792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built the tool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says don’t buy.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85800" y="5029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company on referral fees can never say that.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2026-08-05T22:14:25Z</dcterms:created>
  <dcterms:modified xsi:type="dcterms:W3CDTF">2026-08-05T22:14:25Z</dcterms:modified>
</cp:coreProperties>
</file>