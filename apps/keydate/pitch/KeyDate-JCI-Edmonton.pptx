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someone in their twenties when they'll own a home. They won't give you a year — they'll give you a feeling.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SWAP IN YOUR REAL DETAIL HERE — the specific month, the specific spreadsheet, the specific person who gave you bad advice. Name one concrete thing. Specifics are what make a room lean in; generalities are what make them check the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These are the three questions you genuinely could not answer. Say them like you are still annoyed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number beat, then straight back to the story. Do not linger — the numbers are evidence for the feeling, not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"I can't make the house cheaper" pre-empts the sharpest question in the room and buys credibility for everything after. Never cut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on "The rulebook does." This is one of your two biggest scoring lines — international impact is written into the 35-point criterion.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 scoring line. Land "never say that sentence" slowly — this covers both community impact and ethical sustainability, worth 20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so lead with evidence of execution, not claims about character.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these three lines. Never read the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714500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714500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48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</a:t>
            </a:r>
            <a:pPr indent="0" marL="0">
              <a:buNone/>
            </a:pPr>
            <a:r>
              <a:rPr lang="en-US" sz="6000" b="1" dirty="0">
                <a:solidFill>
                  <a:srgbClr val="3FA6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85800" y="3127248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Owning a home isn’t impossible.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has a date.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5715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59952" y="5715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4173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bought my first place.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85800" y="25146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5C6F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got there.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4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was guessing the entire way.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4434840"/>
            <a:ext cx="10607040" cy="1234440"/>
          </a:xfrm>
          <a:prstGeom prst="roundRect">
            <a:avLst>
              <a:gd name="adj" fmla="val 11852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434840"/>
            <a:ext cx="9692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17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 I rebuilt every month. Advice that contradicted itself. A goal that moved every time I looked at it.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143000"/>
            <a:ext cx="38404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302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1298448"/>
            <a:ext cx="420624" cy="685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9304" y="1298448"/>
            <a:ext cx="68580" cy="1828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could tell me when.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731520" y="3255264"/>
            <a:ext cx="146304" cy="146304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154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do I actually need?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731520" y="3913632"/>
            <a:ext cx="146304" cy="146304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381304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 I even close?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731520" y="4572000"/>
            <a:ext cx="146304" cy="146304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47141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this the year — or is it five years away?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I found answered a different question than the one I was actually asking.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817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house, one generation apart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4951476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3591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276148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$276,974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097280" y="3566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Canadian home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51676" y="2103120"/>
            <a:ext cx="4951476" cy="2011680"/>
          </a:xfrm>
          <a:prstGeom prst="roundRect">
            <a:avLst>
              <a:gd name="adj" fmla="val 6364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3156" y="23591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63156" y="276148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$696,078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963156" y="3566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Canadian home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637276" y="28346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A6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2.5×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85800" y="46634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E4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it was that hard for me — what is it for someone starting now?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85800" y="53035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you in this room bought somewhere inside that gap too.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817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Sixty seconds in. A real date out.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566928" cy="566928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544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it three things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54480" y="24231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income, what you’ve saved, and what you can put away each month.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85800" y="3383280"/>
            <a:ext cx="566928" cy="566928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383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5448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a date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554480" y="37947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maybe — a month. Built on the actual Canadian rules: FHSA, Home Buyers’ Plan, the stress test.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66928" cy="566928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754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54480" y="4709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it get closer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5448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dollar you save builds your house on screen, piece by piece.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138160" y="1965960"/>
            <a:ext cx="3364992" cy="3657600"/>
          </a:xfrm>
          <a:prstGeom prst="roundRect">
            <a:avLst>
              <a:gd name="adj" fmla="val 4891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2395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IN HAND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58200" y="276148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June 2029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8458200" y="3584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window · Apr – Sep 2029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458200" y="4160520"/>
            <a:ext cx="2743200" cy="256032"/>
          </a:xfrm>
          <a:prstGeom prst="roundRect">
            <a:avLst>
              <a:gd name="adj" fmla="val 50000"/>
            </a:avLst>
          </a:prstGeom>
          <a:solidFill>
            <a:srgbClr val="2C6349"/>
          </a:solidFill>
          <a:ln w="12700">
            <a:solidFill>
              <a:srgbClr val="2C63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58200" y="4160520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58200" y="4526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 saved  ·  58% of the way there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817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changed the question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074920" cy="2880360"/>
          </a:xfrm>
          <a:prstGeom prst="roundRect">
            <a:avLst>
              <a:gd name="adj" fmla="val 5079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5C6F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“Can you afford it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5C6F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today?”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097280" y="39136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4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No.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097280" y="44988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they close the tab, and stop saving.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2057400"/>
            <a:ext cx="5074920" cy="2880360"/>
          </a:xfrm>
          <a:prstGeom prst="roundRect">
            <a:avLst>
              <a:gd name="adj" fmla="val 5079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KEYDATE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29400" y="27432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“When?”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629400" y="39136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FA6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June 2029.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629400" y="44988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they keep going — and the date moves closer.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534924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4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can’t make the house cheaper. I can give people the answer I never got.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817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 doesn’t change at the border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7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people can’t see a path, they stop building wealth entirely. That’s a household problem and a national one — renters instead of owners, wealth that never compounds.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1975104" cy="914400"/>
          </a:xfrm>
          <a:prstGeom prst="roundRect">
            <a:avLst>
              <a:gd name="adj" fmla="val 12000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9718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07208" y="2971800"/>
            <a:ext cx="197510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07208" y="29718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28616" y="2971800"/>
            <a:ext cx="197510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28616" y="29718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Kingdom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50024" y="2971800"/>
            <a:ext cx="197510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50024" y="29718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Ireland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71432" y="2971800"/>
            <a:ext cx="197510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29718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Zealand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42245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two problems everywhere: a generation priced out, and a tangle of government programs almost nobody understands.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754880"/>
            <a:ext cx="10607040" cy="1051560"/>
          </a:xfrm>
          <a:prstGeom prst="roundRect">
            <a:avLst>
              <a:gd name="adj" fmla="val 12174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754880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KeyDate is a rules engine with a Canadian rulebook loaded. </a:t>
            </a:r>
            <a:pPr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 stays. The rulebook swaps.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817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we refuse to take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way to monetise this is to sell these users to mortgage brokers. People who just told you their income, their savings, and exactly when they’ll need a mortgage.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6974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the most valuable lead list in the country.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37560"/>
            <a:ext cx="5074920" cy="1965960"/>
          </a:xfrm>
          <a:prstGeom prst="roundRect">
            <a:avLst>
              <a:gd name="adj" fmla="val 7442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639312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privacy policy says we never will.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44988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writing. Live on the site today.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3337560"/>
            <a:ext cx="5074920" cy="1965960"/>
          </a:xfrm>
          <a:prstGeom prst="roundRect">
            <a:avLst>
              <a:gd name="adj" fmla="val 7442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3639312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the tool that tells you not to buy.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44988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Rent-vs-buy says rent when the maths says rent.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55778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company built on referral fees can never say that sentence.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75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817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Built, shipped, and live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3364992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21284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FA6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51560" y="303580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Canadian municipalities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today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06824" y="1965960"/>
            <a:ext cx="3364992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72584" y="221284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FA6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672584" y="303580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new user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927848" y="1965960"/>
            <a:ext cx="3364992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221284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FA6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293608" y="303580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— built and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it end to end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0520"/>
            <a:ext cx="10607040" cy="1600200"/>
          </a:xfrm>
          <a:prstGeom prst="roundRect">
            <a:avLst>
              <a:gd name="adj" fmla="val 914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407408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4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country is a rulebook, not a rebuild.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143000" y="489204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7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 keydate.ca  ·  incorporated  ·  privacy policy, terms and content moderation in place before the first user — because I’d rather be trusted than fast.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37160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60477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60477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317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Owning a home isn’t impossible.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E3F2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just doesn’t have a date yet.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85800" y="3931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We’re giving it one.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68580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931152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2026-08-05T22:00:22Z</dcterms:created>
  <dcterms:modified xsi:type="dcterms:W3CDTF">2026-08-05T22:00:22Z</dcterms:modified>
</cp:coreProperties>
</file>