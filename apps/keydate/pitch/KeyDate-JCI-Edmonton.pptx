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8765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8765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Date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33375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60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34416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34416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55701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429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31520" y="430682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78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31520" y="505663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286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108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Canadian home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3774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474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572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 it get closer</a:t>
            </a:r>
            <a:endParaRPr lang="en-US" sz="25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1783080"/>
            <a:ext cx="3291840" cy="3657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7302A">
                <a:alpha val="28000"/>
              </a:srgbClr>
            </a:outerShdw>
          </a:effectLst>
        </p:spPr>
      </p:pic>
      <p:sp>
        <p:nvSpPr>
          <p:cNvPr id="14" name="Text 11"/>
          <p:cNvSpPr/>
          <p:nvPr/>
        </p:nvSpPr>
        <p:spPr>
          <a:xfrm>
            <a:off x="8028432" y="5532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Real screen, real plan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engine doesn’t change at the border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1148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031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never sell you 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85800" y="37033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built the tool that says don’t buy.</a:t>
            </a:r>
            <a:endParaRPr lang="en-US" sz="2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2103120"/>
            <a:ext cx="4535424" cy="3913632"/>
          </a:xfrm>
          <a:prstGeom prst="rect">
            <a:avLst/>
          </a:prstGeom>
          <a:effectLst>
            <a:outerShdw sx="100000" sy="100000" kx="0" ky="0" algn="bl" rotWithShape="0" blurRad="203200" dist="50800" dir="5400000">
              <a:srgbClr val="000000">
                <a:alpha val="35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85800" y="54406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company on referral fees can never say that.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6304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9621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9621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4206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31152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2026-08-05T22:23:53Z</dcterms:created>
  <dcterms:modified xsi:type="dcterms:W3CDTF">2026-08-05T22:23:53Z</dcterms:modified>
</cp:coreProperties>
</file>