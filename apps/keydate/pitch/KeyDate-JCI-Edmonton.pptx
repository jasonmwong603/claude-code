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pPr indent="0" marL="0">
              <a:buNone/>
            </a:pPr>
            <a:r>
              <a:rPr lang="en-US" sz="66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Owning a home isn’t impossible.</a:t>
            </a:r>
            <a:endParaRPr lang="en-US" sz="32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2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has a date.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bought my first place.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E4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was guessing the whole way.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could tell me when.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do I actually need?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I even close?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this the year, or five years away?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generation apart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$276,974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$696,078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2.5×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Sixty seconds in. A real date out.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month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get closer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8138160" y="2148840"/>
            <a:ext cx="3364992" cy="3246120"/>
          </a:xfrm>
          <a:prstGeom prst="roundRect">
            <a:avLst>
              <a:gd name="adj" fmla="val 5070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5820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HAND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58200" y="2926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2029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8458200" y="3977640"/>
            <a:ext cx="2743200" cy="256032"/>
          </a:xfrm>
          <a:prstGeom prst="roundRect">
            <a:avLst>
              <a:gd name="adj" fmla="val 50000"/>
            </a:avLst>
          </a:prstGeom>
          <a:solidFill>
            <a:srgbClr val="2C6349"/>
          </a:solidFill>
          <a:ln w="12700">
            <a:solidFill>
              <a:srgbClr val="2C63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97764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4370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 of the way there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changed the question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6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“Afford it today?”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44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“When?”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2029.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doesn’t change at the border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stays. </a:t>
            </a:r>
            <a:pPr indent="0" marL="0">
              <a:buNone/>
            </a:pPr>
            <a:r>
              <a:rPr lang="en-US" sz="3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rulebook swaps.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we refuse to take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never sell you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brokers.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21792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tool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says don’t buy.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" y="5029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company on referral fees can never say that.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shipped, live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467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country is a rulebook, not a rebuild.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0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just doesn’t have</a:t>
            </a:r>
            <a:endParaRPr lang="en-US" sz="4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0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date yet.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We’re giving it one.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2026-08-05T22:09:07Z</dcterms:created>
  <dcterms:modified xsi:type="dcterms:W3CDTF">2026-08-05T22:09:07Z</dcterms:modified>
</cp:coreProperties>
</file>