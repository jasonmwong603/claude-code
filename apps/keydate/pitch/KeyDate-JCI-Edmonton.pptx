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get closer</a:t>
            </a:r>
            <a:endParaRPr lang="en-US" sz="25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1783080"/>
            <a:ext cx="3291840" cy="3657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7302A">
                <a:alpha val="28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8028432" y="5532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screen, real plan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doesn’t change at the border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031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sell you 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tool that says don’t buy.</a:t>
            </a:r>
            <a:endParaRPr lang="en-US" sz="2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828800"/>
            <a:ext cx="3867912" cy="4160520"/>
          </a:xfrm>
          <a:prstGeom prst="rect">
            <a:avLst/>
          </a:prstGeom>
          <a:effectLst>
            <a:outerShdw sx="100000" sy="100000" kx="0" ky="0" algn="bl" rotWithShape="0" blurRad="203200" dist="50800" dir="5400000">
              <a:srgbClr val="000000">
                <a:alpha val="35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85800" y="54406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company on referral fees can never say that.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2026-08-05T22:37:38Z</dcterms:created>
  <dcterms:modified xsi:type="dcterms:W3CDTF">2026-08-05T22:37:38Z</dcterms:modified>
</cp:coreProperties>
</file>